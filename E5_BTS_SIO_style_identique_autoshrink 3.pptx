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78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85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69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926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31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094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17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13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38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31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728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3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925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418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056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46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6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D89C05-E934-4821-B89A-8DA9E5B591B6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486B86-1AB8-4936-9BF4-6CE1F0C6B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46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Épreuve E5 — Présentation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/>
          <a:lstStyle/>
          <a:p>
            <a:r>
              <a:rPr sz="2000"/>
              <a:t>• Épreuve professionnelle du BTS SIO.</a:t>
            </a:r>
          </a:p>
          <a:p>
            <a:r>
              <a:rPr sz="2000"/>
              <a:t>• Évalue la conduite d’un projet informatique.</a:t>
            </a:r>
          </a:p>
          <a:p>
            <a:r>
              <a:rPr sz="2000"/>
              <a:t>• Basée sur les missions réalisées en stage.</a:t>
            </a:r>
          </a:p>
          <a:p>
            <a:r>
              <a:rPr sz="2000"/>
              <a:t>• Durée : 40 minutes (20 min exposé + 20 min questions).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l'épreuve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/>
          <a:lstStyle/>
          <a:p>
            <a:r>
              <a:rPr sz="2000"/>
              <a:t>• Présenter un projet complet et structuré.</a:t>
            </a:r>
          </a:p>
          <a:p>
            <a:r>
              <a:rPr sz="2000"/>
              <a:t>• Expliquer les choix techniques.</a:t>
            </a:r>
          </a:p>
          <a:p>
            <a:r>
              <a:rPr sz="2000"/>
              <a:t>• Montrer la maîtrise des outils et méthodes.</a:t>
            </a:r>
          </a:p>
          <a:p>
            <a:r>
              <a:rPr sz="2000"/>
              <a:t>• Mettre en avant les compétences professionnelles.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Documents à fournir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/>
          <a:lstStyle/>
          <a:p>
            <a:r>
              <a:rPr sz="2000"/>
              <a:t>• Dossier E5 (15 à 20 pages).</a:t>
            </a:r>
          </a:p>
          <a:p>
            <a:r>
              <a:rPr sz="2000"/>
              <a:t>• Fiches de tâches.</a:t>
            </a:r>
          </a:p>
          <a:p>
            <a:r>
              <a:rPr sz="2000"/>
              <a:t>• Annexes techniques.</a:t>
            </a:r>
          </a:p>
          <a:p>
            <a:r>
              <a:rPr sz="2000"/>
              <a:t>• PowerPoint pour l'oral.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Contenu du dossier E5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/>
          <a:lstStyle/>
          <a:p>
            <a:r>
              <a:rPr sz="2000"/>
              <a:t>1. Contexte de l’entreprise.</a:t>
            </a:r>
          </a:p>
          <a:p>
            <a:r>
              <a:rPr sz="2000"/>
              <a:t>2. Présentation du projet.</a:t>
            </a:r>
          </a:p>
          <a:p>
            <a:r>
              <a:rPr sz="2000"/>
              <a:t>3. Analyse du besoin.</a:t>
            </a:r>
          </a:p>
          <a:p>
            <a:r>
              <a:rPr sz="2000"/>
              <a:t>4. Conception.</a:t>
            </a:r>
          </a:p>
          <a:p>
            <a:r>
              <a:rPr sz="2000"/>
              <a:t>5. Réalisation technique.</a:t>
            </a:r>
          </a:p>
          <a:p>
            <a:r>
              <a:rPr sz="2000"/>
              <a:t>6. Tests / validation.</a:t>
            </a:r>
          </a:p>
          <a:p>
            <a:r>
              <a:rPr sz="2000"/>
              <a:t>7. Bilan et perspectives.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de l’oral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>
            <a:normAutofit fontScale="77500" lnSpcReduction="20000"/>
          </a:bodyPr>
          <a:lstStyle/>
          <a:p>
            <a:r>
              <a:rPr lang="fr-FR" sz="2600" b="1" dirty="0"/>
              <a:t>• </a:t>
            </a:r>
            <a:r>
              <a:rPr sz="2600" b="1" dirty="0"/>
              <a:t>20 min de </a:t>
            </a:r>
            <a:r>
              <a:rPr sz="2600" b="1" dirty="0" err="1"/>
              <a:t>présentation</a:t>
            </a:r>
            <a:endParaRPr sz="2600" b="1" dirty="0"/>
          </a:p>
          <a:p>
            <a:r>
              <a:rPr sz="2000" dirty="0"/>
              <a:t>• </a:t>
            </a:r>
            <a:r>
              <a:rPr sz="2000" dirty="0" err="1"/>
              <a:t>Contexte</a:t>
            </a:r>
            <a:endParaRPr sz="2000" dirty="0"/>
          </a:p>
          <a:p>
            <a:r>
              <a:rPr sz="2000" dirty="0"/>
              <a:t>• </a:t>
            </a:r>
            <a:r>
              <a:rPr sz="2000" dirty="0" err="1"/>
              <a:t>Projet</a:t>
            </a:r>
            <a:endParaRPr sz="2000" dirty="0"/>
          </a:p>
          <a:p>
            <a:r>
              <a:rPr sz="2000" dirty="0"/>
              <a:t>• </a:t>
            </a:r>
            <a:r>
              <a:rPr sz="2000" dirty="0" err="1"/>
              <a:t>Réalisations</a:t>
            </a:r>
            <a:endParaRPr sz="2000" dirty="0"/>
          </a:p>
          <a:p>
            <a:r>
              <a:rPr sz="2000" dirty="0"/>
              <a:t>• </a:t>
            </a:r>
            <a:r>
              <a:rPr sz="2000" dirty="0" err="1"/>
              <a:t>Démonstration</a:t>
            </a:r>
            <a:endParaRPr sz="2000" dirty="0"/>
          </a:p>
          <a:p>
            <a:endParaRPr sz="2000" dirty="0"/>
          </a:p>
          <a:p>
            <a:r>
              <a:rPr lang="fr-FR" sz="2600" b="1" dirty="0"/>
              <a:t>• </a:t>
            </a:r>
            <a:r>
              <a:rPr sz="2600" b="1" dirty="0"/>
              <a:t>20 min </a:t>
            </a:r>
            <a:r>
              <a:rPr sz="2600" b="1" dirty="0" err="1"/>
              <a:t>d’entretien</a:t>
            </a:r>
            <a:endParaRPr sz="2600" b="1" dirty="0"/>
          </a:p>
          <a:p>
            <a:r>
              <a:rPr sz="2000" dirty="0"/>
              <a:t>• Questions techniques</a:t>
            </a:r>
          </a:p>
          <a:p>
            <a:r>
              <a:rPr sz="2000" dirty="0"/>
              <a:t>• Justification des choix</a:t>
            </a:r>
          </a:p>
          <a:p>
            <a:r>
              <a:rPr sz="2000" dirty="0"/>
              <a:t>• </a:t>
            </a:r>
            <a:r>
              <a:rPr sz="2000" dirty="0" err="1"/>
              <a:t>Analyse</a:t>
            </a:r>
            <a:r>
              <a:rPr sz="2000" dirty="0"/>
              <a:t> du </a:t>
            </a:r>
            <a:r>
              <a:rPr sz="2000" dirty="0" err="1"/>
              <a:t>projet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Compétences évaluées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/>
          <a:lstStyle/>
          <a:p>
            <a:r>
              <a:rPr sz="2000"/>
              <a:t>• Développement.</a:t>
            </a:r>
          </a:p>
          <a:p>
            <a:r>
              <a:rPr sz="2000"/>
              <a:t>• Installation / configuration.</a:t>
            </a:r>
          </a:p>
          <a:p>
            <a:r>
              <a:rPr sz="2000"/>
              <a:t>• Sécurisation.</a:t>
            </a:r>
          </a:p>
          <a:p>
            <a:r>
              <a:rPr sz="2000"/>
              <a:t>• Gestion de projet.</a:t>
            </a:r>
          </a:p>
          <a:p>
            <a:r>
              <a:rPr sz="2000"/>
              <a:t>• Communication professionnelle.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Conseils pour réussir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 wrap="square"/>
          <a:lstStyle/>
          <a:p>
            <a:r>
              <a:rPr sz="2000"/>
              <a:t>• Préparer une présentation claire.</a:t>
            </a:r>
          </a:p>
          <a:p>
            <a:r>
              <a:rPr sz="2000"/>
              <a:t>• Bien connaître son projet.</a:t>
            </a:r>
          </a:p>
          <a:p>
            <a:r>
              <a:rPr sz="2000"/>
              <a:t>• Anticiper les questions.</a:t>
            </a:r>
          </a:p>
          <a:p>
            <a:r>
              <a:rPr sz="2000"/>
              <a:t>• Être professionnel et structuré.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</TotalTime>
  <Words>225</Words>
  <Application>Microsoft Office PowerPoint</Application>
  <PresentationFormat>Grand écran</PresentationFormat>
  <Paragraphs>45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Organique</vt:lpstr>
      <vt:lpstr>Épreuve E5 — Présentation générale</vt:lpstr>
      <vt:lpstr>Objectifs de l'épreuve</vt:lpstr>
      <vt:lpstr>Documents à fournir</vt:lpstr>
      <vt:lpstr>Contenu du dossier E5</vt:lpstr>
      <vt:lpstr>Déroulement de l’oral</vt:lpstr>
      <vt:lpstr>Compétences évaluées</vt:lpstr>
      <vt:lpstr>Conseils pour réussir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ORAL</dc:title>
  <dc:creator>MOUGNIN Gnonsiekan</dc:creator>
  <cp:lastModifiedBy>BENSASSI Yacine</cp:lastModifiedBy>
  <cp:revision>11</cp:revision>
  <dcterms:created xsi:type="dcterms:W3CDTF">2025-11-04T07:40:54Z</dcterms:created>
  <dcterms:modified xsi:type="dcterms:W3CDTF">2025-11-17T22:55:30Z</dcterms:modified>
</cp:coreProperties>
</file>